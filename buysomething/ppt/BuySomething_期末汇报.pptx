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BuySomething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优选购物平台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基于云开发课程全栈实践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微信小程序 + 腾讯云 CloudBase — 期末展示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114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2026年6月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754880" y="4114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开发团队：psy &amp; dd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目录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71600"/>
            <a:ext cx="91440" cy="7315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645920" y="1371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项目概述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4592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系统架构与功能全景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24028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240280"/>
            <a:ext cx="91440" cy="7315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240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45920" y="2240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课堂 → 实践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45920" y="2606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13次课程作业如何在真实项目中落地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10896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108960"/>
            <a:ext cx="91440" cy="7315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108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645920" y="3108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功能演示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645920" y="3474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三端核心功能 + 特色功能实录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97764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977640"/>
            <a:ext cx="91440" cy="7315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977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645920" y="3977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工程落地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64592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 / 监控 / 安全 / 团队协作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 项目概述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2801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25+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云函数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651760" y="128016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51760" y="12801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2651760" y="2103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数据库集合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0" y="128016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12801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42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754880" y="2103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小程序页面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0" y="128016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0" y="12801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858000" y="2103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角色端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2926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功能模块完成情况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46120"/>
          <a:ext cx="80467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5852160"/>
                <a:gridCol w="10972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模块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已完成功能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完成率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用户端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登录/浏览/购物/订单/评价/收藏/地址/AI客服/商家聊天/售后/物流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</a:rPr>
                        <a:t>95%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商家端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入驻/商品管理/订单处理/售后审核/客服消息/角色切换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</a:rPr>
                        <a:t>90%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管理端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商家审核/商品审核/售后裁定/统计看板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</a:rPr>
                        <a:t>90%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系统安全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MD5+Salt/CI-CD/密钥扫描/数据库权限/安全规则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</a:rPr>
                        <a:t>85%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 课堂 → 实践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设计与架构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6974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2697480" cy="457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887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hw12  版本控制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737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课堂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96596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Git配置、分支策略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PR流程、Commit规范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834640"/>
            <a:ext cx="242316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" name="Text 9"/>
          <p:cNvSpPr/>
          <p:nvPr/>
        </p:nvSpPr>
        <p:spPr>
          <a:xfrm>
            <a:off x="1463040" y="27432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2971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实践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20040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GitHub仓库管理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main分支 + Git工作流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Request代码审查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4297680"/>
            <a:ext cx="2423160" cy="411480"/>
          </a:xfrm>
          <a:prstGeom prst="rect">
            <a:avLst/>
          </a:prstGeom>
          <a:solidFill>
            <a:srgbClr val="F96167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42976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.github/workflows/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ci.yml 自动化流水线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46120" y="1188720"/>
            <a:ext cx="26974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1188720"/>
            <a:ext cx="269748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3246120" y="11887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hw13  UI/UX 原型设计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83280" y="1737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课堂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196596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Figma原型设计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信息架构、设计规范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色彩/排版/交互原则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83280" y="2834640"/>
            <a:ext cx="242316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2" name="Text 20"/>
          <p:cNvSpPr/>
          <p:nvPr/>
        </p:nvSpPr>
        <p:spPr>
          <a:xfrm>
            <a:off x="4343400" y="27432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83280" y="2971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实践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83280" y="320040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Figma原型→三端42页面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主色 #FF6B6B 珊瑚红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辅助色 #4ECDC4 薄荷绿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圆角渐变设计语言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83280" y="4297680"/>
            <a:ext cx="2423160" cy="411480"/>
          </a:xfrm>
          <a:prstGeom prst="rect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3383280" y="42976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用户端+商家端+管理端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完整视觉体系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126480" y="1188720"/>
            <a:ext cx="26974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26480" y="1188720"/>
            <a:ext cx="269748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6126480" y="11887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hw14  软件架构设计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263640" y="1737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课堂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63640" y="196596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系统架构图绘制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技术选型方法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模块化设计原则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63640" y="2834640"/>
            <a:ext cx="242316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3" name="Text 31"/>
          <p:cNvSpPr/>
          <p:nvPr/>
        </p:nvSpPr>
        <p:spPr>
          <a:xfrm>
            <a:off x="7223760" y="27432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↓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263640" y="2971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实践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63640" y="320040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四层架构设计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前端→SDK→计算→存储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CloudBase Serverless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云函数模块化拆分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63640" y="4297680"/>
            <a:ext cx="2423160" cy="411480"/>
          </a:xfrm>
          <a:prstGeom prst="rect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263640" y="42976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25+ 云函数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个数据库集合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 课堂 → 实践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开发实现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6974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2697480" cy="457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887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hw15  前端开发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737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课堂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96596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WXML/WXSS/JS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组件化开发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响应式布局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数据绑定与事件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834640"/>
            <a:ext cx="242316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" name="Text 9"/>
          <p:cNvSpPr/>
          <p:nvPr/>
        </p:nvSpPr>
        <p:spPr>
          <a:xfrm>
            <a:off x="1463040" y="27432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2971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实践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20040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42个小程序页面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三端UI完整实现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组件复用 (商品卡片等)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级联地址选择器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4297680"/>
            <a:ext cx="2423160" cy="411480"/>
          </a:xfrm>
          <a:prstGeom prst="rect">
            <a:avLst/>
          </a:prstGeom>
          <a:solidFill>
            <a:srgbClr val="F96167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42976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用户端 21 页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商家端 11 页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管理端 10 页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46120" y="1188720"/>
            <a:ext cx="26974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1188720"/>
            <a:ext cx="269748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3246120" y="11887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hw16  后端开发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83280" y="1737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课堂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196596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设计原则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数据库 CRUD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接口鉴权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错误处理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83280" y="2834640"/>
            <a:ext cx="242316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2" name="Text 20"/>
          <p:cNvSpPr/>
          <p:nvPr/>
        </p:nvSpPr>
        <p:spPr>
          <a:xfrm>
            <a:off x="4343400" y="27432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83280" y="2971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实践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83280" y="320040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25+ 云函数开发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集合 NoSQL 设计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MD5+Salt 密码安全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统一返回格式 {code, data}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83280" y="4297680"/>
            <a:ext cx="2423160" cy="411480"/>
          </a:xfrm>
          <a:prstGeom prst="rect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3383280" y="42976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大业务模块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覆盖全部核心流程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126480" y="1188720"/>
            <a:ext cx="26974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26480" y="1188720"/>
            <a:ext cx="269748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6126480" y="11887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hw17  前后端联调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263640" y="1737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课堂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63640" y="196596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CORS 配置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接口对接调试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环境变量管理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异常处理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63640" y="2834640"/>
            <a:ext cx="242316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3" name="Text 31"/>
          <p:cNvSpPr/>
          <p:nvPr/>
        </p:nvSpPr>
        <p:spPr>
          <a:xfrm>
            <a:off x="7223760" y="27432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↓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263640" y="2971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实践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63640" y="320040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wx.cloud.callFunction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CloudBase SDK 直连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统一错误码体系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演示站对接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63640" y="4297680"/>
            <a:ext cx="2423160" cy="411480"/>
          </a:xfrm>
          <a:prstGeom prst="rect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263640" y="42976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三端全部联通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零硬编码环境变量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 课堂 → 实践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AI集成与测试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20624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4206240" cy="45720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887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hw18  AI 功能集成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课堂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API 调用方法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模型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工程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流式响应处理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60320" y="1783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实践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60320" y="20116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接入 DeepSeek API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商品上下文自动注入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系统提示词 + 对话历史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流式输出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377440" y="1783080"/>
            <a:ext cx="18288" cy="13716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291840"/>
            <a:ext cx="3840480" cy="457200"/>
          </a:xfrm>
          <a:prstGeom prst="rect">
            <a:avLst/>
          </a:prstGeom>
          <a:solidFill>
            <a:srgbClr val="EC4899">
              <a:alpha val="1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291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7x24 AI 客服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商品智能问答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3840480" cy="7772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9776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9E795"/>
                </a:solidFill>
              </a:rPr>
              <a:t>Prompt 示例
</a:t>
            </a:r>
            <a:pPr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</a:rPr>
              <a:t>你是优选购物客服小优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</a:rPr>
              <a:t>当前商品：纯棉白色短袖T恤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</a:rPr>
              <a:t>价格：69元 | 颜色：白色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1188720"/>
            <a:ext cx="40233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188720"/>
            <a:ext cx="402336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11887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hw19  软件测试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937760" y="1783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课堂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20116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单元测试方法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接口测试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 数据技术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测试覆盖率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49440" y="1783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实践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49440" y="20116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云函数单元测试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端点集成测试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测试数据 Mock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核心流程覆盖验证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766560" y="1783080"/>
            <a:ext cx="18288" cy="13716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5" name="Shape 23"/>
          <p:cNvSpPr/>
          <p:nvPr/>
        </p:nvSpPr>
        <p:spPr>
          <a:xfrm>
            <a:off x="4937760" y="3291840"/>
            <a:ext cx="3657600" cy="457200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3291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tests/ 目录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核心模块可测试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937760" y="3931920"/>
            <a:ext cx="3657600" cy="7772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8" name="Text 26"/>
          <p:cNvSpPr/>
          <p:nvPr/>
        </p:nvSpPr>
        <p:spPr>
          <a:xfrm>
            <a:off x="5120640" y="39776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9E795"/>
                </a:solidFill>
              </a:rPr>
              <a:t>测试流程
</a:t>
            </a:r>
            <a:pPr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</a:rPr>
              <a:t>Mock数据 → 调用云函数 → 断言返回值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</a:rPr>
              <a:t>覆盖：注册/登录/商品/订单核心流程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 课堂 → 实践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运维安全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627632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1627632" cy="4114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097280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hw20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261872"/>
            <a:ext cx="16276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CI/CD 自动化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16002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课堂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7472" y="17830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自动构建部署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流水线配置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7472" y="2468880"/>
            <a:ext cx="146304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" y="25603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实践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7472" y="274320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ESLint 代码检查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Gitleaks 密钥扫描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audit 漏洞检测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029968" y="1097280"/>
            <a:ext cx="1627632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029968" y="1097280"/>
            <a:ext cx="1627632" cy="4114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2029968" y="1097280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hw21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29968" y="1261872"/>
            <a:ext cx="16276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安全审查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03120" y="16002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课堂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103120" y="17830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密码安全策略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注入攻击防护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密钥泄露扫描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103120" y="2468880"/>
            <a:ext cx="146304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Text 19"/>
          <p:cNvSpPr/>
          <p:nvPr/>
        </p:nvSpPr>
        <p:spPr>
          <a:xfrm>
            <a:off x="2103120" y="25603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实践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103120" y="274320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MD5+Salt 多次哈希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 PRIVATE 集合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Gitleaks 预提交钩子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785616" y="1097280"/>
            <a:ext cx="1627632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785616" y="1097280"/>
            <a:ext cx="1627632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3785616" y="1097280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hw22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85616" y="1261872"/>
            <a:ext cx="16276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Docker 容器化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858768" y="16002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课堂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858768" y="17830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Dockerfile 编写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docker-compose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多阶段构建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858768" y="2468880"/>
            <a:ext cx="146304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0" name="Text 28"/>
          <p:cNvSpPr/>
          <p:nvPr/>
        </p:nvSpPr>
        <p:spPr>
          <a:xfrm>
            <a:off x="3858768" y="25603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实践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858768" y="274320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+ MongoDB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HEALTHCHECK 自愈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docker-compose 编排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541264" y="1097280"/>
            <a:ext cx="1627632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541264" y="1097280"/>
            <a:ext cx="1627632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4" name="Text 32"/>
          <p:cNvSpPr/>
          <p:nvPr/>
        </p:nvSpPr>
        <p:spPr>
          <a:xfrm>
            <a:off x="5541264" y="1097280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hw23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541264" y="1261872"/>
            <a:ext cx="16276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云服务部署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614416" y="16002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课堂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614416" y="17830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Vercel/CloudBase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Railway 部署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环境变量管理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614416" y="2468880"/>
            <a:ext cx="146304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9" name="Text 37"/>
          <p:cNvSpPr/>
          <p:nvPr/>
        </p:nvSpPr>
        <p:spPr>
          <a:xfrm>
            <a:off x="5614416" y="25603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实践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614416" y="274320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CloudBase 云函数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演示站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零硬编码配置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296912" y="1097280"/>
            <a:ext cx="1627632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296912" y="1097280"/>
            <a:ext cx="1627632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3" name="Text 41"/>
          <p:cNvSpPr/>
          <p:nvPr/>
        </p:nvSpPr>
        <p:spPr>
          <a:xfrm>
            <a:off x="7296912" y="1097280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hw24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296912" y="1261872"/>
            <a:ext cx="16276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监控配置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370064" y="16002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课堂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370064" y="17830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健康检查端点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结构化日志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指标收集方法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370064" y="2468880"/>
            <a:ext cx="146304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8" name="Text 46"/>
          <p:cNvSpPr/>
          <p:nvPr/>
        </p:nvSpPr>
        <p:spPr>
          <a:xfrm>
            <a:off x="7370064" y="25603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实践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370064" y="274320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/health 端点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格式日志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MetricsCollector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48640" y="3794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实际返回结果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365760" y="4160520"/>
            <a:ext cx="4114800" cy="8686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2" name="Text 50"/>
          <p:cNvSpPr/>
          <p:nvPr/>
        </p:nvSpPr>
        <p:spPr>
          <a:xfrm>
            <a:off x="548640" y="420624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96167"/>
                </a:solidFill>
              </a:rPr>
              <a:t>CI/CD — GitHub Actions 运行结果
</a:t>
            </a:r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</a:rPr>
              <a:t>✓ backend  — ESLint cloudfunctions/*/index.js passed
</a:t>
            </a:r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</a:rPr>
              <a:t>✓ frontend — ESLint pages/*/*.js passed
</a:t>
            </a:r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</a:rPr>
              <a:t>✓ gitleaks — No secrets detected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663440" y="4160520"/>
            <a:ext cx="4114800" cy="8686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4" name="Text 52"/>
          <p:cNvSpPr/>
          <p:nvPr/>
        </p:nvSpPr>
        <p:spPr>
          <a:xfrm>
            <a:off x="4846320" y="420624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GET /health 返回结果
</a:t>
            </a:r>
            <a:pPr indent="0" marL="0">
              <a:buNone/>
            </a:pPr>
            <a:r>
              <a:rPr lang="en-US" sz="800" dirty="0">
                <a:solidFill>
                  <a:srgbClr val="FFFFFF">
                    <a:alpha val="85000"/>
                  </a:srgbClr>
                </a:solidFill>
              </a:rPr>
              <a:t>{"status":"healthy","version":"1.0.0",
</a:t>
            </a:r>
            <a:pPr indent="0" marL="0">
              <a:buNone/>
            </a:pPr>
            <a:r>
              <a:rPr lang="en-US" sz="800" dirty="0">
                <a:solidFill>
                  <a:srgbClr val="FFFFFF">
                    <a:alpha val="85000"/>
                  </a:srgbClr>
                </a:solidFill>
              </a:rPr>
              <a:t> "checks":{"database":{"status":"healthy",
</a:t>
            </a:r>
            <a:pPr indent="0" marL="0">
              <a:buNone/>
            </a:pPr>
            <a:r>
              <a:rPr lang="en-US" sz="800" dirty="0">
                <a:solidFill>
                  <a:srgbClr val="FFFFFF">
                    <a:alpha val="85000"/>
                  </a:srgbClr>
                </a:solidFill>
              </a:rPr>
              <a:t>  "responseTime":12,"collections":10}}}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 功能演示 — 三端全景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7432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2743200" cy="5029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用户端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1645920"/>
            <a:ext cx="2468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</a:rPr>
              <a:t>首页推荐 / 分类浏览 / 搜索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</a:rPr>
              <a:t>商品详情 + 规格选择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</a:rPr>
              <a:t>购物车 + 下单结算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</a:rPr>
              <a:t>地址管理 (级联选择器)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</a:rPr>
              <a:t>订单列表 + 物流追踪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</a:rPr>
              <a:t>AI客服 + 商家聊天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</a:rPr>
              <a:t>评价 + 收藏 + 售后申请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005840"/>
            <a:ext cx="27432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005840"/>
            <a:ext cx="274320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005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商家端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520440" y="1645920"/>
            <a:ext cx="2468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</a:rPr>
              <a:t>商家工作台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</a:rPr>
              <a:t>商品上架 / 管理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</a:rPr>
              <a:t>订单管理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</a:rPr>
              <a:t>售后审核 (同意/拒绝)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</a:rPr>
              <a:t>客服消息 (实时回复)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</a:rPr>
              <a:t>角色一键切换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1005840"/>
            <a:ext cx="27432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1005840"/>
            <a:ext cx="2743200" cy="5029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005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管理端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46520" y="1645920"/>
            <a:ext cx="2468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</a:rPr>
              <a:t>数据统计看板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</a:rPr>
              <a:t>商家入驻审核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</a:rPr>
              <a:t>商品上架审核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</a:rPr>
              <a:t>售后裁定 (同意/驳回)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</a:rPr>
              <a:t>角色一键切换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 特色功能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023360" cy="187452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14400"/>
            <a:ext cx="91440" cy="18745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智能客服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DeepSeek 大模型接入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商品上下文自动注入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流式响应 Streaming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对话历史记忆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4023360" cy="187452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914400"/>
            <a:ext cx="91440" cy="18745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498348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商家实时聊天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83480" y="14173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用户 ↔ 商家消息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5秒轮询自动刷新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会话列表 + 未读标记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按商品维度隔离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971800"/>
            <a:ext cx="4023360" cy="187452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971800"/>
            <a:ext cx="91440" cy="1874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063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物流模拟系统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" y="34747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地图路线可视化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避海算法绕行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按天推进模拟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15天自动签收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971800"/>
            <a:ext cx="4023360" cy="187452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2971800"/>
            <a:ext cx="91440" cy="18745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4983480" y="3063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售后三方仲裁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83480" y="34747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用户申请 → 商家审核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拒绝 → 管理员裁定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三权分立防恶意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5种售后状态追溯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 工程落地一览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PRACTICES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108960"/>
                <a:gridCol w="2926080"/>
                <a:gridCol w="9144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领域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做了什么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关键工具/技术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对应作业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</a:rPr>
                        <a:t>部署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CloudBase 云函数 + Vercel 演示站双平台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wx-server-sdk / vercel.json / .cjs Handler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hw23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B82F6"/>
                          </a:solidFill>
                        </a:rPr>
                        <a:t>容器化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docker-compose 编排 Express + MongoDB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Dockerfile / HEALTHCHECK / mongo-init.js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hw22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96167"/>
                          </a:solidFill>
                        </a:rPr>
                        <a:t>CI/CD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GitHub Actions 自动检查 + ESLint + Gitleaks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ci.yml / eslint.config.js / gitleaks.toml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hw12,20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5CF6"/>
                          </a:solidFill>
                        </a:rPr>
                        <a:t>安全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MD5+Salt 密码 / PRIVATE 集合 / 密钥扫描 / 日志脱敏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crypto-md5 / 安全规则 / Gitleaks / 手机号****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hw21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</a:rPr>
                        <a:t>监控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/health 端点 / JSON 结构化日志 / MetricsCollector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health 云函数 / JSON log / 内存指标统计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hw24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测试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云函数单元测试 + API 接口集成测试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tests/ / Mock 数据 / 核心流程断言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hw19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611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系统架构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65760" y="3977640"/>
            <a:ext cx="2011680" cy="594360"/>
          </a:xfrm>
          <a:prstGeom prst="rect">
            <a:avLst/>
          </a:prstGeom>
          <a:solidFill>
            <a:srgbClr val="F9616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57200" y="397764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前端层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234440" y="397764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WXML + WXSS + JS | 微信小程序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2377440" y="3977640"/>
            <a:ext cx="137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514600" y="3977640"/>
            <a:ext cx="2011680" cy="59436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606040" y="397764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SDK层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383280" y="397764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wx.cloud 云开发 SDK | 实时数据库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526280" y="3977640"/>
            <a:ext cx="137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663440" y="3977640"/>
            <a:ext cx="2011680" cy="59436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754880" y="397764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计算层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532120" y="397764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25+ 云函数 (Serverless) | 业务逻辑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675120" y="3977640"/>
            <a:ext cx="137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812280" y="3977640"/>
            <a:ext cx="2011680" cy="594360"/>
          </a:xfrm>
          <a:prstGeom prst="rect">
            <a:avLst/>
          </a:prstGeom>
          <a:solidFill>
            <a:srgbClr val="8B5CF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903720" y="397764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存储层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680960" y="397764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NoSQL 12集合 + 云存储 | 数据持久化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4864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全部课程知识点，从设计到部署到监控，完整落地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 工作总结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233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4023360" cy="457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潘圣宇 — 后端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</a:rPr>
              <a:t>25+ 云函数开发部署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</a:rPr>
              <a:t>12个数据库集合设计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</a:rPr>
              <a:t>AI客服接入 DeepSeek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</a:rPr>
              <a:t>聊天系统 (实时消息)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</a:rPr>
              <a:t>物流模拟算法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</a:rPr>
              <a:t>售后流程 (三方仲裁)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</a:rPr>
              <a:t>安全体系 (MD5+Salt/CI/CD)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</a:rPr>
              <a:t>云部署 + 监控配置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0233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05840"/>
            <a:ext cx="402336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0058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董德 — 前端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6320" y="160020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</a:rPr>
              <a:t>42个小程序页面开发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</a:rPr>
              <a:t>三端UI完整设计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</a:rPr>
              <a:t>聊天对话界面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</a:rPr>
              <a:t>物流地图可视化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</a:rPr>
              <a:t>级联地址选择器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</a:rPr>
              <a:t>交互与表单验证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</a:rPr>
              <a:t>响应式布局适配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</a:rPr>
              <a:t>前端部署 + API对接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343400"/>
            <a:ext cx="8229600" cy="594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3434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E7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课堂考核点覆盖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51760" y="434340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版本控制 ✓  原型设计 ✓  架构设计 ✓  前端开发 ✓  后端开发 ✓  联调 ✓  AI集成 ✓  测试 ✓  CI/CD ✓  安全 ✓  Docker ✓  云部署 ✓  监控 ✓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14859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73736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感谢聆听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次课堂作业 → 1 个完整电商系统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BuySomething 开发团队（psy &amp; dd）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BuySomething 期末项目展示</dc:title>
  <dc:subject>PptxGenJS Presentation</dc:subject>
  <dc:creator>BuySomething Team</dc:creator>
  <cp:lastModifiedBy>BuySomething Team</cp:lastModifiedBy>
  <cp:revision>1</cp:revision>
  <dcterms:created xsi:type="dcterms:W3CDTF">2026-06-10T02:34:27Z</dcterms:created>
  <dcterms:modified xsi:type="dcterms:W3CDTF">2026-06-10T02:34:27Z</dcterms:modified>
</cp:coreProperties>
</file>