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BuySomething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优选购物平台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基于云开发课程全栈实践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 + 腾讯云 CloudBase — 期末展示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开发团队：psy &amp; dd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系统架构与功能全景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4028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 → 实践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13次课程作业如何在真实项目中落地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0896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功能演示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三端核心功能 + 特色功能实录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7764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4592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工程落地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 / 监控 / 安全 / 团队协作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项目概述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云函数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数据库集合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小程序页面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功能模块完成情况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已完成功能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完成率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用户端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登录/浏览/购物/订单/评价/收藏/地址/AI客服/商家聊天/售后/物流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商家端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入驻/商品管理/订单处理/售后审核/客服消息/角色切换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管理端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商家审核/商品审核/售后裁定/统计看板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系统安全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MD5+Salt/CI-CD/密钥扫描/数据库权限/安全规则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85%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设计与架构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hw12  版本控制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Git配置、分支策略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PR流程、Commit规范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2423160" cy="18288"/>
          </a:xfrm>
          <a:prstGeom prst="rect">
            <a:avLst/>
          </a:prstGeom>
          <a:solidFill>
            <a:srgbClr val="F9E79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GitHub仓库管理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main分支 + Git工作流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Request代码审查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ci.yml 自动化流水线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hw13  UI/UX 原型设计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Figma原型设计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信息架构、设计规范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色彩/排版/交互原则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834640"/>
            <a:ext cx="2423160" cy="18288"/>
          </a:xfrm>
          <a:prstGeom prst="rect">
            <a:avLst/>
          </a:prstGeom>
          <a:solidFill>
            <a:srgbClr val="F9E79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Figma原型→三端42页面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主色 #FF6B6B 珊瑚红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辅助色 #4ECDC4 薄荷绿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圆角渐变设计语言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用户端+商家端+管理端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完整视觉体系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hw14  软件架构设计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系统架构图绘制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技术选型方法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模块化设计原则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2834640"/>
            <a:ext cx="2423160" cy="18288"/>
          </a:xfrm>
          <a:prstGeom prst="rect">
            <a:avLst/>
          </a:prstGeom>
          <a:solidFill>
            <a:srgbClr val="F9E795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四层架构设计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前端→SDK→计算→存储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Serverless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云函数模块化拆分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云函数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个数据库集合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开发实现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hw15  前端开发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WXML/WXSS/JS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组件化开发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响应式布局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数据绑定与事件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42个小程序页面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三端UI完整实现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组件复用 (商品卡片等)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级联地址选择器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用户端 21 页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商家端 11 页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 10 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hw16  后端开发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设计原则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 CRUD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接口鉴权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云函数开发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集合 NoSQL 设计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MD5+Salt 密码安全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统一返回格式 {code, data}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大业务模块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覆盖全部核心流程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hw17  前后端联调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配置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接口对接调试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环境变量管理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wx.cloud.callFunction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SDK 直连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统一错误码体系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演示站对接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三端全部联通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零硬编码环境变量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AI集成与测试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3657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20624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hw18  AI 功能集成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调用方法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模型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工程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流式响应处理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 DeepSeek API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商品上下文自动注入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系统提示词 + 对话历史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流式输出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1783080"/>
            <a:ext cx="18288" cy="1371600"/>
          </a:xfrm>
          <a:prstGeom prst="rect">
            <a:avLst/>
          </a:prstGeom>
          <a:solidFill>
            <a:srgbClr val="F9E795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91840"/>
            <a:ext cx="3840480" cy="457200"/>
          </a:xfrm>
          <a:prstGeom prst="rect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7x24 AI 客服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商品智能问答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84048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</a:rPr>
              <a:t>Prompt 示例
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你是优选购物客服小优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当前商品：纯棉白色短袖T恤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价格：69元 | 颜色：白色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hw19  软件测试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单元测试方法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接口测试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数据技术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云函数单元测试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端点集成测试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测试数据 Mock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核心流程覆盖验证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783080"/>
            <a:ext cx="18288" cy="1371600"/>
          </a:xfrm>
          <a:prstGeom prst="rect">
            <a:avLst/>
          </a:prstGeom>
          <a:solidFill>
            <a:srgbClr val="F9E795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tests/ 目录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核心模块可测试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931920"/>
            <a:ext cx="36576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</a:rPr>
              <a:t>测试流程
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Mock数据 → 调用云函数 → 断言返回值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覆盖：注册/登录/商品/订单核心流程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运维安全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2763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27632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自动化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自动构建部署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流水线配置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60604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代码检查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 密钥扫描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audit 漏洞检测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4160520"/>
            <a:ext cx="1463040" cy="457200"/>
          </a:xfrm>
          <a:prstGeom prst="rect">
            <a:avLst>
              <a:gd name="adj" fmla="val 10000"/>
            </a:avLst>
          </a:prstGeom>
          <a:solidFill>
            <a:srgbClr val="F9616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29968" y="1097280"/>
            <a:ext cx="162763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29968" y="1097280"/>
            <a:ext cx="1627632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2029968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9968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安全审查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密码安全策略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注入攻击防护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密钥泄露扫描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260604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MD5+Salt 多次哈希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PRIVATE 集合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 预提交钩子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4160520"/>
            <a:ext cx="1463040" cy="457200"/>
          </a:xfrm>
          <a:prstGeom prst="rect">
            <a:avLst>
              <a:gd name="adj" fmla="val 10000"/>
            </a:avLst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安全达标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85616" y="1097280"/>
            <a:ext cx="162763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85616" y="1097280"/>
            <a:ext cx="1627632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785616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85616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容器化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58768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58768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编写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多阶段构建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58768" y="260604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3858768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58768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MongoDB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自愈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 编排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58768" y="4160520"/>
            <a:ext cx="1463040" cy="457200"/>
          </a:xfrm>
          <a:prstGeom prst="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58768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容器就绪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41264" y="1097280"/>
            <a:ext cx="162763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41264" y="1097280"/>
            <a:ext cx="162763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5541264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41264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云服务部署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14416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14416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Vercel/CloudBase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部署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环境变量管理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14416" y="260604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5614416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14416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云函数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演示站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零硬编码配置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14416" y="4160520"/>
            <a:ext cx="1463040" cy="457200"/>
          </a:xfrm>
          <a:prstGeom prst="rect">
            <a:avLst>
              <a:gd name="adj" fmla="val 10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614416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双平台部署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96912" y="1097280"/>
            <a:ext cx="1627632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96912" y="1097280"/>
            <a:ext cx="162763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7296912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96912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监控配置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70064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健康检查端点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结构化日志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指标收集方法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70064" y="260604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7370064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70064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端点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格式日志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MetricsCollector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70064" y="4160520"/>
            <a:ext cx="1463040" cy="457200"/>
          </a:xfrm>
          <a:prstGeom prst="rect">
            <a:avLst>
              <a:gd name="adj" fmla="val 10000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370064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监控在线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功能演示 — 三端全景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首页推荐 / 分类浏览 / 搜索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商品详情 + 规格选择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购物车 + 下单结算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地址管理 (级联选择器)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订单列表 + 物流追踪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AI客服 + 商家聊天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评价 + 收藏 + 售后申请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743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商家端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商家工作台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商品上架 / 管理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订单管理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售后审核 (同意/拒绝)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客服消息 (实时回复)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角色一键切换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16459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数据统计看板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商家入驻审核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商品上架审核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售后裁定 (同意/驳回)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角色一键切换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特色功能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1874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智能客服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DeepSeek 大模型接入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商品上下文自动注入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流式响应 Streaming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对话历史记忆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91440" cy="1874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商家实时聊天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用户 ↔ 商家消息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5秒轮询自动刷新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会话列表 + 未读标记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按商品维度隔离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91440" cy="1874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物流模拟系统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地图路线可视化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避海算法绕行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按天推进模拟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15天自动签收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71800"/>
            <a:ext cx="91440" cy="1874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售后三方仲裁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用户申请 → 商家审核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拒绝 → 管理员裁定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三权分立防恶意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5种售后状态追溯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工程落地一览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PRACTICES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  <a:gridCol w="29260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领域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做了什么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关键工具/技术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对应作业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部署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CloudBase 云函数 + Vercel 演示站双平台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wx-server-sdk / vercel.json / .cjs Handler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容器化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docker-compose 编排 Express + MongoDB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Dockerfile / HEALTHCHECK / mongo-init.js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</a:rPr>
                        <a:t>CI/CD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GitHub Actions 自动检查 + ESLint + Gitleaks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ci.yml / eslint.config.js / gitleaks.toml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hw12,20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</a:rPr>
                        <a:t>安全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MD5+Salt 密码 / PRIVATE 集合 / 密钥扫描 / 日志脱敏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crypto-md5 / 安全规则 / Gitleaks / 手机号****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监控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/health 端点 / JSON 结构化日志 / MetricsCollector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health 云函数 / JSON log / 内存指标统计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测试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云函数单元测试 + API 接口集成测试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tests/ / Mock 数据 / 核心流程断言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977640"/>
            <a:ext cx="2011680" cy="59436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WXML + WXSS + JS | 微信小程序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377440" y="397764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14600" y="3977640"/>
            <a:ext cx="201168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0604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SDK层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8328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wx.cloud 云开发 SDK | 实时数据库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26280" y="397764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63440" y="3977640"/>
            <a:ext cx="201168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3212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云函数 (Serverless) | 业务逻辑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675120" y="397764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12280" y="3977640"/>
            <a:ext cx="2011680" cy="5943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12集合 + 云存储 | 数据持久化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全部课程知识点，从设计到部署到监控，完整落地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工作总结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潘圣宇 — 后端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25+ 云函数开发部署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12个数据库集合设计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AI客服接入 DeepSeek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聊天系统 (实时消息)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物流模拟算法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售后流程 (三方仲裁)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安全体系 (MD5+Salt/CI/CD)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云部署 + 监控配置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董德 — 前端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42个小程序页面开发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三端UI完整设计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聊天对话界面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物流地图可视化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级联地址选择器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交互与表单验证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响应式布局适配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前端部署 + API对接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课堂考核点覆盖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4343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 ✓  原型设计 ✓  架构设计 ✓  前端开发 ✓  后端开发 ✓  联调 ✓  AI集成 ✓  测试 ✓  CI/CD ✓  安全 ✓  Docker ✓  云部署 ✓  监控 ✓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4859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次课堂作业 → 1 个完整电商系统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 开发团队（psy &amp; dd）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期末项目展示</dc:title>
  <dc:subject>PptxGenJS Presentation</dc:subject>
  <dc:creator>BuySomething Team</dc:creator>
  <cp:lastModifiedBy>BuySomething Team</cp:lastModifiedBy>
  <cp:revision>1</cp:revision>
  <dcterms:created xsi:type="dcterms:W3CDTF">2026-06-10T02:25:14Z</dcterms:created>
  <dcterms:modified xsi:type="dcterms:W3CDTF">2026-06-10T02:25:14Z</dcterms:modified>
</cp:coreProperties>
</file>