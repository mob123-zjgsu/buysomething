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0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4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914400" y="0"/>
            <a:ext cx="3657600" cy="5143500"/>
          </a:xfrm>
          <a:prstGeom prst="rect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F3C7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BuySomething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购物平台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基于微信云开发的综合性电商系统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8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项目答辩汇报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5740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功能完成情况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3108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3212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团队成员贡献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程序演示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3212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三端功能截图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当前进展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STATUS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447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
</a:t>
            </a: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是一款基于微信小程序的综合性</a:t>
            </a:r>
            <a:r>
              <a:rPr lang="en-US" sz="105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购物平台</a:t>
            </a:r>
            <a:r>
              <a:rPr lang="en-US" sz="105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，采用腾讯云开发架构。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325880" cy="1188720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0916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角色类型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用户/商家/管理员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1325880" cy="118872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后端业务逻辑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0" y="1371600"/>
            <a:ext cx="1325880" cy="1188720"/>
          </a:xfrm>
          <a:prstGeom prst="rect">
            <a:avLst/>
          </a:prstGeom>
          <a:solidFill>
            <a:srgbClr val="FFD93D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3898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43800" y="1901952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数据库集合</a:t>
            </a: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75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数据存储设计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8412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功能模块完成情况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127248"/>
          <a:ext cx="8138160" cy="1691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登录/浏览/购物/客服/订单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评价系统/商品收藏/搜索历史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入驻/登录/商品管理/统计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商品编辑/订单处理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审核/统计/商家管理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暂无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系统功能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密码安全/CI-CD/云存储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真实短信/JWT Token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工作总结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CONTRIBUTION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后端工作 (Backend)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云函数开发 (16个)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用户/商家认证系统
订单/购物车逻辑
AI 客服接入 DeepSeek
管理员审核系统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6个集合结构设计
字段规范定义
权限安全策略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&amp; 安全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CI/CD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密钥扫描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ESLint 代码规范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4114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898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前端工作 (Frontend)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页面开发 (~40个页面)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用户端：首页/详情/购物车/订单
商家端：工作台/商品管理/统计
管理端：审核/统计面板
AI客服对话界面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交互与样式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WXSS 样式设计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表单交互验证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状态管理与跳转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响应式布局适配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管理员端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DASHBOARD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07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管理后台主页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06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商品审核页面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数据统计看板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实时展示商家数、商品数、用户数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商家审核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审核新注册商家申请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审核商家上架商品，通过/拒绝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商家、商品、订单全量管理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商家端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 PORTAL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08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08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上架商品表单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商家工作台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待审核/已上架商品一览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商品发布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填写名称/价格/描述/库存
提交后进入审核队列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查看并处理用户订单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销售统计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销量与收入数据分析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用户端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EXPERIENCE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1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— 热门推荐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12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核心体验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首页推荐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Banner轮播 + 热门分类入口
热门推荐商品瀑布流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分类导航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女装/男装/内衣/母婴等
多级分类快速筛选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搜索功能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关键词模糊搜索商品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 &amp; 订单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完整的下单购买流程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程序演示 — 详情 &amp; AI客服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 PAGE &amp; AI CHAT</a:t>
            </a:r>
            <a:endParaRPr lang="en-US" sz="1100" dirty="0"/>
          </a:p>
        </p:txBody>
      </p:sp>
      <p:pic>
        <p:nvPicPr>
          <p:cNvPr id="5" name="Image 0" descr="f:\code\buysomething\docs\ppt\图片\屏幕截图 2026-05-12 2313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20116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商品详情页</a:t>
            </a:r>
            <a:endParaRPr lang="en-US" sz="900" dirty="0"/>
          </a:p>
        </p:txBody>
      </p:sp>
      <p:pic>
        <p:nvPicPr>
          <p:cNvPr id="7" name="Image 1" descr="f:\code\buysomething\docs\ppt\图片\屏幕截图 2026-05-12 2313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777240"/>
            <a:ext cx="201168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17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480560" y="777240"/>
            <a:ext cx="4434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914400"/>
            <a:ext cx="4069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特色功能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大图展示 + 规格选择
颜色/尺寸/数量选择
一键加入购物车
</a:t>
            </a:r>
            <a:r>
              <a:rPr lang="en-US" sz="105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智能客服
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DeepSeek AI 模型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自动回答商品咨询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提供尺码推荐建议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7x24小时在线服务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9616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6400800" y="2743200"/>
            <a:ext cx="3657600" cy="2743200"/>
          </a:xfrm>
          <a:prstGeom prst="rect">
            <a:avLst/>
          </a:prstGeom>
          <a:solidFill>
            <a:srgbClr val="2F3C7E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开发团队
</a:t>
            </a: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731520"/>
          </a:xfrm>
          <a:prstGeom prst="rect">
            <a:avLst/>
          </a:prstGeom>
          <a:solidFill>
            <a:srgbClr val="F96167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WXML + WXSS + JS | 微信小程序原生开发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14884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5029200" cy="731520"/>
          </a:xfrm>
          <a:prstGeom prst="rect">
            <a:avLst/>
          </a:prstGeom>
          <a:solidFill>
            <a:srgbClr val="0984E3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331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@cloudbase/js-sdk | wx.cloud 云开发 SDK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01752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5029200" cy="731520"/>
          </a:xfrm>
          <a:prstGeom prst="rect">
            <a:avLst/>
          </a:prstGeom>
          <a:solidFill>
            <a:srgbClr val="2F3C7E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00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3200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个云函数 (Serverless) | 业务逻辑处理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886200"/>
            <a:ext cx="0" cy="137160"/>
          </a:xfrm>
          <a:prstGeom prst="line">
            <a:avLst/>
          </a:prstGeom>
          <a:noFill/>
          <a:ln w="19050">
            <a:solidFill>
              <a:srgbClr val="636E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5029200" cy="731520"/>
          </a:xfrm>
          <a:prstGeom prst="rect">
            <a:avLst/>
          </a:prstGeom>
          <a:solidFill>
            <a:srgbClr val="00B894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NoSQL 数据库 + 云存储 | 数据持久化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417320"/>
            <a:ext cx="31089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50876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安全体系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密码安全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+ Salt 多次哈希
防彩虹表攻击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数据库权限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全部私有集合
仅云函数可读写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安全扫描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Gitleaks 密钥检测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audit 漏洞扫描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— 云函数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FUNCTIONS (16)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云函数名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用户认证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register / login / sendSmsCode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注册、登录、验证码发送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商家认证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merchant-register / merchant-login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商家注册申请、商家登录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products / product-detail / add-product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商品CRUD、搜索、分页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订单购物车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cart / orders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购物车操作、订单管理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管理后台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admin-login / admin-dashboard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管理员登录、审核、统计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客服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ai-chat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AI 智能问答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delete-product / getOpenId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34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删除商品、获取OpenID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— 数据库设计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COLLECTIONS (6)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用户信息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password(MD5), points, balance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商家信息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merchantName, phone,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商品信息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price, stock, status, merchantId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274320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订单记录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orderNo, items, totalAmount, status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00400"/>
            <a:ext cx="2743200" cy="54864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productId, quantity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2743200" cy="54864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sms_codes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00507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phone, code, expiresAt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42062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 重点推进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商品评价系统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买家评分与评论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231136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商品收藏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收藏夹功能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578608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退换货流程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2926080"/>
            <a:ext cx="164592" cy="164592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8895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搜索历史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889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历史搜索记录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71600"/>
            <a:ext cx="4114800" cy="42062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389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 远期规划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28032" y="1883664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1847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优惠券系统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满减/折扣券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231136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2194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1945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积分兑换商品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2578608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5084064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物流跟踪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订单物流查询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2926080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5084064" y="28895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消息通知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2889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站内信推送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639312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更多规划方向
</a:t>
            </a: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图片懒加载 · 分页加载 · CDN加速 · 数据缓存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安全加固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真实短信通道 · 登录限频 · JWT Token · 强制HTTPS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商家功能</a:t>
            </a:r>
            <a:r>
              <a:rPr lang="en-US" sz="95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商品编辑 · 订单发货 · 销售分析报表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BuySomething 购物平台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668</Words>
  <Application>Microsoft Office PowerPoint</Application>
  <PresentationFormat>全屏显示(16:9)</PresentationFormat>
  <Paragraphs>210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BuySomething 商城项目答辩</dc:title>
  <dc:subject>微信小程序商城项目</dc:subject>
  <dc:creator>BuySomething 开发团队</dc:creator>
  <cp:lastModifiedBy>1 1</cp:lastModifiedBy>
  <cp:revision>2</cp:revision>
  <dcterms:created xsi:type="dcterms:W3CDTF">2026-05-12T15:41:12Z</dcterms:created>
  <dcterms:modified xsi:type="dcterms:W3CDTF">2026-05-12T15:44:53Z</dcterms:modified>
</cp:coreProperties>
</file>